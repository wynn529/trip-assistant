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83aef9d2a44a0f" /><Relationship Type="http://schemas.openxmlformats.org/officeDocument/2006/relationships/extended-properties" Target="/docProps/app.xml" Id="R7e379732c7104c90" /><Relationship Type="http://schemas.openxmlformats.org/officeDocument/2006/relationships/officeDocument" Target="/ppt/presentation.xml" Id="R931826ddd4f747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aba90c16644f53"/>
  </p:sldMasterIdLst>
  <p:notesMasterIdLst>
    <p:notesMasterId xmlns:r="http://schemas.openxmlformats.org/officeDocument/2006/relationships" r:id="R24b0f0f1a966418e"/>
  </p:notesMasterIdLst>
  <p:sldIdLst>
    <p:sldId xmlns:r="http://schemas.openxmlformats.org/officeDocument/2006/relationships" id="256" r:id="Rdf6f9996592f4f78"/>
    <p:sldId xmlns:r="http://schemas.openxmlformats.org/officeDocument/2006/relationships" id="257" r:id="R213fd40d915c451f"/>
    <p:sldId xmlns:r="http://schemas.openxmlformats.org/officeDocument/2006/relationships" id="258" r:id="R866f38136386426c"/>
    <p:sldId xmlns:r="http://schemas.openxmlformats.org/officeDocument/2006/relationships" id="259" r:id="Re0d3d478376944ff"/>
    <p:sldId xmlns:r="http://schemas.openxmlformats.org/officeDocument/2006/relationships" id="260" r:id="R22fb38b999234022"/>
    <p:sldId xmlns:r="http://schemas.openxmlformats.org/officeDocument/2006/relationships" id="261" r:id="Rb0534bbc49f84c42"/>
    <p:sldId xmlns:r="http://schemas.openxmlformats.org/officeDocument/2006/relationships" id="262" r:id="R642c82e2db174da5"/>
    <p:sldId xmlns:r="http://schemas.openxmlformats.org/officeDocument/2006/relationships" id="263" r:id="R9a563d944882448a"/>
    <p:sldId xmlns:r="http://schemas.openxmlformats.org/officeDocument/2006/relationships" id="264" r:id="R0f8ef9baa35a48ff"/>
    <p:sldId xmlns:r="http://schemas.openxmlformats.org/officeDocument/2006/relationships" id="265" r:id="R554236b18ca24460"/>
    <p:sldId xmlns:r="http://schemas.openxmlformats.org/officeDocument/2006/relationships" id="266" r:id="R7fb94f4915ca40af"/>
    <p:sldId xmlns:r="http://schemas.openxmlformats.org/officeDocument/2006/relationships" id="267" r:id="R9216bfb916a349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875c3aac6d4a99" /><Relationship Type="http://schemas.openxmlformats.org/officeDocument/2006/relationships/slideMaster" Target="/ppt/slideMasters/slideMaster1.xml" Id="Re1aba90c16644f53" /><Relationship Type="http://schemas.openxmlformats.org/officeDocument/2006/relationships/notesMaster" Target="/ppt/notesMasters/notesMaster1.xml" Id="R24b0f0f1a966418e" /><Relationship Type="http://schemas.openxmlformats.org/officeDocument/2006/relationships/presProps" Target="/ppt/presProps.xml" Id="R922b8bd9f1a34559" /><Relationship Type="http://schemas.openxmlformats.org/officeDocument/2006/relationships/tableStyles" Target="/ppt/tableStyles.xml" Id="R09eace6781434c92" /><Relationship Type="http://schemas.openxmlformats.org/officeDocument/2006/relationships/slide" Target="/ppt/slides/slide1.xml" Id="Rdf6f9996592f4f78" /><Relationship Type="http://schemas.openxmlformats.org/officeDocument/2006/relationships/slide" Target="/ppt/slides/slide2.xml" Id="R213fd40d915c451f" /><Relationship Type="http://schemas.openxmlformats.org/officeDocument/2006/relationships/slide" Target="/ppt/slides/slide3.xml" Id="R866f38136386426c" /><Relationship Type="http://schemas.openxmlformats.org/officeDocument/2006/relationships/slide" Target="/ppt/slides/slide4.xml" Id="Re0d3d478376944ff" /><Relationship Type="http://schemas.openxmlformats.org/officeDocument/2006/relationships/slide" Target="/ppt/slides/slide5.xml" Id="R22fb38b999234022" /><Relationship Type="http://schemas.openxmlformats.org/officeDocument/2006/relationships/slide" Target="/ppt/slides/slide6.xml" Id="Rb0534bbc49f84c42" /><Relationship Type="http://schemas.openxmlformats.org/officeDocument/2006/relationships/slide" Target="/ppt/slides/slide7.xml" Id="R642c82e2db174da5" /><Relationship Type="http://schemas.openxmlformats.org/officeDocument/2006/relationships/slide" Target="/ppt/slides/slide8.xml" Id="R9a563d944882448a" /><Relationship Type="http://schemas.openxmlformats.org/officeDocument/2006/relationships/slide" Target="/ppt/slides/slide9.xml" Id="R0f8ef9baa35a48ff" /><Relationship Type="http://schemas.openxmlformats.org/officeDocument/2006/relationships/slide" Target="/ppt/slides/slide10.xml" Id="R554236b18ca24460" /><Relationship Type="http://schemas.openxmlformats.org/officeDocument/2006/relationships/slide" Target="/ppt/slides/slide11.xml" Id="R7fb94f4915ca40af" /><Relationship Type="http://schemas.openxmlformats.org/officeDocument/2006/relationships/slide" Target="/ppt/slides/slide12.xml" Id="R9216bfb916a349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96cf8e8cef4a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ea5ec73dcb4a4a" /><Relationship Type="http://schemas.openxmlformats.org/officeDocument/2006/relationships/notesMaster" Target="/ppt/notesMasters/notesMaster1.xml" Id="Rb27a89e0623541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2ed82e8ecf4b27" /><Relationship Type="http://schemas.openxmlformats.org/officeDocument/2006/relationships/notesMaster" Target="/ppt/notesMasters/notesMaster1.xml" Id="R72524242406d48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13b1fd879e4921" /><Relationship Type="http://schemas.openxmlformats.org/officeDocument/2006/relationships/notesMaster" Target="/ppt/notesMasters/notesMaster1.xml" Id="R41764a46f09b4f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a6e2c97dab4ff4" /><Relationship Type="http://schemas.openxmlformats.org/officeDocument/2006/relationships/notesMaster" Target="/ppt/notesMasters/notesMaster1.xml" Id="R271cc9caa16648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b896225ba44d93" /><Relationship Type="http://schemas.openxmlformats.org/officeDocument/2006/relationships/notesMaster" Target="/ppt/notesMasters/notesMaster1.xml" Id="Ra4ae732118a943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fe1131e04c4a1f" /><Relationship Type="http://schemas.openxmlformats.org/officeDocument/2006/relationships/notesMaster" Target="/ppt/notesMasters/notesMaster1.xml" Id="Rae4bcd9c028c49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6c8be1b8264210" /><Relationship Type="http://schemas.openxmlformats.org/officeDocument/2006/relationships/notesMaster" Target="/ppt/notesMasters/notesMaster1.xml" Id="Rd7fd9cd5789d41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418c9c826c4faf" /><Relationship Type="http://schemas.openxmlformats.org/officeDocument/2006/relationships/notesMaster" Target="/ppt/notesMasters/notesMaster1.xml" Id="R3d1969e43c8244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d1ada323b645b6" /><Relationship Type="http://schemas.openxmlformats.org/officeDocument/2006/relationships/notesMaster" Target="/ppt/notesMasters/notesMaster1.xml" Id="R4e215b551b8740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61608be780423a" /><Relationship Type="http://schemas.openxmlformats.org/officeDocument/2006/relationships/notesMaster" Target="/ppt/notesMasters/notesMaster1.xml" Id="Rd47042f143264b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d4b2dede1745ab" /><Relationship Type="http://schemas.openxmlformats.org/officeDocument/2006/relationships/notesMaster" Target="/ppt/notesMasters/notesMaster1.xml" Id="Rcb75b2f601e34d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f81696e37d4f10" /><Relationship Type="http://schemas.openxmlformats.org/officeDocument/2006/relationships/notesMaster" Target="/ppt/notesMasters/notesMaster1.xml" Id="Rf3f478bcbac441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开场：我们解决的是旅行规划中的多约束与动态变化。成员姓名和实际贡献请正式答辩前填写。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用户输入可从一句自然语言开始。成都费用是教学估算，非成都城市只给未核实的初步建议。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大模型负责理解，确定性代码负责费用和适配检查。DeepSeek 工具参数需要本地校验。来源：https://api-docs.deepseek.com/api/create-chat-completion/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每个模块只有一位主责。B 交工具给 A，A 交规划入口给 C，C 交完整演示给 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Open-Meteo 常规预报可访问最长 16 天；超出范围不生成伪预报。来源：https://open-meteo.com/en/docs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金额来自成都样例数据及代码求和，非实时报价；不含往返成都的大交通。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现场输入“第二天下雨”。此条件是模拟情境，不代表真实预报；系统展示替换原因和预算变化。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通过多轮记忆保留原有约束，并由规则重新核算。金额仍为课程演示估算。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这是工程思维的重点：每个外部依赖有失败状态和可解释的退路。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 展示界面。提醒只在应用打开时显示；费用是模拟记录，不是真实报销审批。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报告目前为初稿，实际贡献比例需要四位成员认领后按工作证据确认，不能直接把计划比例当成事实。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不要将未验收内容说成已经完成。真实 DeepSeek Key 由团队在本机配置；七项验收表在 docs/qa/acceptance.md。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40105f557041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a722a0e2a342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075a409534b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fb363ef2e49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c88a065ab846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d69eac55340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24E9D8-2A30-4AD6-B120-0654882922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7ECA64-2367-49B7-A7F2-F38EF7DCB2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2C616A-A60D-4D9B-B7B7-AE39EE5BCA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E5A14A-0BA9-48B6-AE9C-6AC945087C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37A62B-5927-4B97-B466-0D36ABF1D8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C5DF9F-9201-4D51-9D36-5CE23F1337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1E0999-7776-450F-97A7-14FA9AF9BB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A5C2E0-19EF-4D49-94CA-4C6EE73B79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2BA367-D0CD-4FC3-9B2C-2C34C2954E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93FA64-4FB9-4A4E-AAF4-1B42024A1E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3a96a8f8bb40c3" /><Relationship Type="http://schemas.openxmlformats.org/officeDocument/2006/relationships/slideLayout" Target="/ppt/slideLayouts/slideLayout1.xml" Id="R734e5c6c568c40a4" /><Relationship Type="http://schemas.openxmlformats.org/officeDocument/2006/relationships/slideLayout" Target="/ppt/slideLayouts/slideLayout2.xml" Id="R334c05ddd53442d3" /><Relationship Type="http://schemas.openxmlformats.org/officeDocument/2006/relationships/slideLayout" Target="/ppt/slideLayouts/slideLayout3.xml" Id="Ra72411bac4f542e5" /><Relationship Type="http://schemas.openxmlformats.org/officeDocument/2006/relationships/slideLayout" Target="/ppt/slideLayouts/slideLayout4.xml" Id="R1d6252ab572d4214" /><Relationship Type="http://schemas.openxmlformats.org/officeDocument/2006/relationships/slideLayout" Target="/ppt/slideLayouts/slideLayout5.xml" Id="Rc68d8bf2ca1248cf" /><Relationship Type="http://schemas.openxmlformats.org/officeDocument/2006/relationships/slideLayout" Target="/ppt/slideLayouts/slideLayout6.xml" Id="R52a88842a9a541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4e5c6c568c40a4"/>
    <p:sldLayoutId xmlns:r="http://schemas.openxmlformats.org/officeDocument/2006/relationships" id="2147483650" r:id="R334c05ddd53442d3"/>
    <p:sldLayoutId xmlns:r="http://schemas.openxmlformats.org/officeDocument/2006/relationships" id="2147483651" r:id="Ra72411bac4f542e5"/>
    <p:sldLayoutId xmlns:r="http://schemas.openxmlformats.org/officeDocument/2006/relationships" id="2147483652" r:id="R1d6252ab572d4214"/>
    <p:sldLayoutId xmlns:r="http://schemas.openxmlformats.org/officeDocument/2006/relationships" id="2147483653" r:id="Rc68d8bf2ca1248cf"/>
    <p:sldLayoutId xmlns:r="http://schemas.openxmlformats.org/officeDocument/2006/relationships" id="2147483654" r:id="R52a88842a9a541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3b79326ba417e" /><Relationship Type="http://schemas.openxmlformats.org/officeDocument/2006/relationships/notesSlide" Target="/ppt/notesSlides/notesSlide1.xml" Id="R1c1cdd93df9e40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fa98d5a2840b2" /><Relationship Type="http://schemas.openxmlformats.org/officeDocument/2006/relationships/notesSlide" Target="/ppt/notesSlides/notesSlide2.xml" Id="R19436b72e69243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ea65a872e4ebd" /><Relationship Type="http://schemas.openxmlformats.org/officeDocument/2006/relationships/notesSlide" Target="/ppt/notesSlides/notesSlide3.xml" Id="Rd9f52b25e9a044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8234d9ed3343d6" /><Relationship Type="http://schemas.openxmlformats.org/officeDocument/2006/relationships/notesSlide" Target="/ppt/notesSlides/notesSlide4.xml" Id="R3bf2a01e74c647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f83e466969475b" /><Relationship Type="http://schemas.openxmlformats.org/officeDocument/2006/relationships/notesSlide" Target="/ppt/notesSlides/notesSlide5.xml" Id="R8499627e295343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fbf60997d4f59" /><Relationship Type="http://schemas.openxmlformats.org/officeDocument/2006/relationships/notesSlide" Target="/ppt/notesSlides/notesSlide6.xml" Id="R321759c19fd143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c597354b14ee0" /><Relationship Type="http://schemas.openxmlformats.org/officeDocument/2006/relationships/notesSlide" Target="/ppt/notesSlides/notesSlide7.xml" Id="Ra00ed07f6c4c41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5f81a9cfc74a02" /><Relationship Type="http://schemas.openxmlformats.org/officeDocument/2006/relationships/notesSlide" Target="/ppt/notesSlides/notesSlide8.xml" Id="Rc37fa2bfd9e840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937382c6244e48" /><Relationship Type="http://schemas.openxmlformats.org/officeDocument/2006/relationships/notesSlide" Target="/ppt/notesSlides/notesSlide9.xml" Id="Re849f54fdacb4c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934bd56ef64486" /><Relationship Type="http://schemas.openxmlformats.org/officeDocument/2006/relationships/notesSlide" Target="/ppt/notesSlides/notesSlide10.xml" Id="Ra7ae83a6efff4d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3b428d216743d0" /><Relationship Type="http://schemas.openxmlformats.org/officeDocument/2006/relationships/notesSlide" Target="/ppt/notesSlides/notesSlide11.xml" Id="R480ffcd06def41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3482ddf3514816" /><Relationship Type="http://schemas.openxmlformats.org/officeDocument/2006/relationships/notesSlide" Target="/ppt/notesSlides/notesSlide12.xml" Id="R8f9a5613104341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D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D18C1-D2D9-407E-9849-B1C6172E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旅行规划与执行助理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453E6-86A9-480D-9D8F-EDF08CB5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769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CD5CC-FAB0-4AF8-B5BE-674BCD9C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rPr>
              <a:t>课程大作业  ·  四人协作原型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79CF3-89C4-477E-A75E-2A298E25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990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成都完整演示  /  其他城市标明数据边界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75328-6244-4E51-9C0E-8C8EDBEE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DD2C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BDD2C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BDD2C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BDD2C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BDD2C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BDD2C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BDD2C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BDD2C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BDD2C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BDD2C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DD2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DD2C5"/>
                </a:solidFill>
                <a:latin typeface="Microsoft YaHei"/>
                <a:ea typeface="Microsoft YaHei"/>
                <a:cs typeface="Microsoft YaHei"/>
              </a:rPr>
              <a:t>本机网页演示 · 2026 年 11 月</a:t>
            </a:r>
          </a:p>
        </p:txBody>
      </p:sp>
    </p:spTree>
    <p:extLst>
      <p:ext uri="{BB962C8B-B14F-4D97-AF65-F5344CB8AC3E}">
        <p14:creationId xmlns:p14="http://schemas.microsoft.com/office/powerpoint/2010/main" val="2112346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E8EAE-D32C-4BB5-9341-EF5D53DC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真实问题与产品边界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0C1FB-7B11-4DCF-91E9-79D867B2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769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F8159-8464-4920-8D11-1302B96D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用户要同时处理天气、景点、交通、住宿与预算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B63E7-2D2B-4436-B649-37DC074B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老人同行和雨天会改变路线，费用也必须重新计算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D6464-242E-4762-97BC-FC66ED30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rPr>
              <a:t>本原型：生成行程与待办；不代下单、不提供实时报价</a:t>
            </a:r>
          </a:p>
        </p:txBody>
      </p:sp>
    </p:spTree>
    <p:extLst>
      <p:ext uri="{BB962C8B-B14F-4D97-AF65-F5344CB8AC3E}">
        <p14:creationId xmlns:p14="http://schemas.microsoft.com/office/powerpoint/2010/main" val="2091619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C20C6-8F4A-4AEF-9223-AC9192A3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智能体处理流程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F73BF-924C-4732-8DBB-A576C84F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769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DE665-95C4-4467-AC08-F20A0BF7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01  提取目标与约束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923DE-9808-4576-AC25-44D826E6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02  查询天气和旅行样例数据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7D38F-66B6-4556-99CE-44F26910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03  校验预算、行动强度与雨天适配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48478-2DF4-419D-9026-23C34617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04  重规划并解释变化</a:t>
            </a:r>
          </a:p>
        </p:txBody>
      </p:sp>
    </p:spTree>
    <p:extLst>
      <p:ext uri="{BB962C8B-B14F-4D97-AF65-F5344CB8AC3E}">
        <p14:creationId xmlns:p14="http://schemas.microsoft.com/office/powerpoint/2010/main" val="638487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BC5F8-52B5-46F1-8CC7-C721F411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模块接口与单人主责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09E59-7590-4DE9-BAB3-577596DA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769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32444-688B-4BB9-BEE2-2DD7AEF0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A  智能体流程：需求提取、记忆、重规划、轨迹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FF403-3A14-4817-972D-D97E0753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B  数据与规则：天气、成都样例、预算与雨天检查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F5904-A9BA-4A40-8271-6CE57DA7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C  网页操作：行程、预算、提醒、费用导出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823BA-2DBB-418D-BE61-B99A5C0C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D  验收材料：测试、报告、PPT、录屏与答辩</a:t>
            </a:r>
          </a:p>
        </p:txBody>
      </p:sp>
    </p:spTree>
    <p:extLst>
      <p:ext uri="{BB962C8B-B14F-4D97-AF65-F5344CB8AC3E}">
        <p14:creationId xmlns:p14="http://schemas.microsoft.com/office/powerpoint/2010/main" val="1906809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0BB57-9678-4853-9A2F-D3D7FB47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成都演示数据与天气边界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7619E-92E4-41C9-A473-1CDFB376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769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2EE27-767E-4A8F-9808-F3FC0764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rPr>
              <a:t>成都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1F133-EE62-4F41-9525-9D42DE89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667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景点和酒店样例可计算预算</a:t>
            </a:r>
          </a:p>
          <a:p xmlns:a="http://schemas.openxmlformats.org/drawingml/2006/main">
            <a: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价格均为教学估算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0A9D5-D2A1-4B04-82C1-797D14A1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rPr>
              <a:t>其他城市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EF479-4B6E-4A69-95E2-EEE80C9C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0300"/>
            <a:ext cx="4762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可以问初步建议</a:t>
            </a:r>
          </a:p>
          <a:p xmlns:a="http://schemas.openxmlformats.org/drawingml/2006/main">
            <a:pPr>
              <a:def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具体价格和班次标为未核实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72B37-2369-426B-85A8-9F3FC888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rPr>
              <a:t>逐日天气超出预报范围时，提示临近出发再查</a:t>
            </a:r>
          </a:p>
        </p:txBody>
      </p:sp>
    </p:spTree>
    <p:extLst>
      <p:ext uri="{BB962C8B-B14F-4D97-AF65-F5344CB8AC3E}">
        <p14:creationId xmlns:p14="http://schemas.microsoft.com/office/powerpoint/2010/main" val="167016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114EF-9757-40FA-9379-D0E6CA5D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基础场景：成都三天带老人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9ABEE-E46F-414E-BD91-C3337873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769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A2AA7-5B79-417B-A8D9-E874F037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55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55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55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55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55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55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55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55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55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55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rPr>
              <a:t>¥ 2790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96984-7147-474B-AFA7-C8B636CB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预算 ¥3000  ·  两人  ·  三天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80AE5-F0F5-4494-9776-1D6CCF70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住宿 1240   餐饮 720   市内交通 450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D446E-8779-4C90-B69A-23D9055F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门票 200   机动费用 180</a:t>
            </a:r>
          </a:p>
        </p:txBody>
      </p:sp>
    </p:spTree>
    <p:extLst>
      <p:ext uri="{BB962C8B-B14F-4D97-AF65-F5344CB8AC3E}">
        <p14:creationId xmlns:p14="http://schemas.microsoft.com/office/powerpoint/2010/main" val="10260261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26426-8D6D-4613-B23C-207080B7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雨天调整：第二天换成室内活动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D3572-08D8-46EB-8B9C-FFA63261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769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8216F-B321-43B9-85A2-6099E01E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rPr>
              <a:t>原计划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EDBCE-44F2-46B5-B094-DAC13A59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4795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杜甫草堂</a:t>
            </a:r>
          </a:p>
          <a:p xmlns:a="http://schemas.openxmlformats.org/drawingml/2006/main">
            <a: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宽窄巷子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C35D3-080E-4B7D-B63D-F4ABAA14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716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rPr>
              <a:t>调整后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1CDDD-50CF-408A-89FC-0C49E995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金沙遗址博物馆</a:t>
            </a:r>
          </a:p>
          <a:p xmlns:a="http://schemas.openxmlformats.org/drawingml/2006/main">
            <a:pPr>
              <a:def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四川博物院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42A0C-83C7-481D-8343-7A7D2FF6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rPr>
              <a:t>演示天气由用户指定；真实天气查询另行标注</a:t>
            </a:r>
          </a:p>
        </p:txBody>
      </p:sp>
    </p:spTree>
    <p:extLst>
      <p:ext uri="{BB962C8B-B14F-4D97-AF65-F5344CB8AC3E}">
        <p14:creationId xmlns:p14="http://schemas.microsoft.com/office/powerpoint/2010/main" val="10161269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DA83F-A034-493D-92C7-9BF48455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降预算后的重新规划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ACB35-B029-43BC-95E3-DA4D25DD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769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BBADC-FFE7-43FC-804C-0F7A27FF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429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rPr>
              <a:t>¥ 2790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77E9A-BF7F-45A5-974E-FBD61469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85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D4A66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650" b="1">
                <a:solidFill>
                  <a:srgbClr val="D4A66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650" b="1">
                <a:solidFill>
                  <a:srgbClr val="D4A66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650" b="1">
                <a:solidFill>
                  <a:srgbClr val="D4A66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650" b="1">
                <a:solidFill>
                  <a:srgbClr val="D4A66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650" b="1">
                <a:solidFill>
                  <a:srgbClr val="D4A66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650" b="1">
                <a:solidFill>
                  <a:srgbClr val="D4A66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650" b="1">
                <a:solidFill>
                  <a:srgbClr val="D4A66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650" b="1">
                <a:solidFill>
                  <a:srgbClr val="D4A66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650" b="1">
                <a:solidFill>
                  <a:srgbClr val="D4A66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D4A6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D4A66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7C6B5-B435-4E2D-970D-F791D091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4619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53D34"/>
                </a:solidFill>
                <a:latin typeface="Microsoft YaHei"/>
                <a:ea typeface="Microsoft YaHei"/>
                <a:cs typeface="Microsoft YaHei"/>
              </a:rPr>
              <a:t>¥ 2070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B5278-EBCE-41EC-8630-4EF9473A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预算上限：¥3000 → ¥2500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0307E-D51F-426C-B586-A6D8C367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住宿改为经济型方案；保留老人同行与三天行程</a:t>
            </a:r>
          </a:p>
        </p:txBody>
      </p:sp>
    </p:spTree>
    <p:extLst>
      <p:ext uri="{BB962C8B-B14F-4D97-AF65-F5344CB8AC3E}">
        <p14:creationId xmlns:p14="http://schemas.microsoft.com/office/powerpoint/2010/main" val="4028887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5C344-6FFF-48BC-A813-6FADB4F0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异常处理与可信边界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FEEFD-97BD-4FC0-B22C-0ED5A1F0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769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10E91-A3FF-407A-B7B7-C3511F96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天气失败 → 显示状态，行程继续生成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9F177-5030-443A-87D4-F6735259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模型失败 → 重试一次，仍失败则本地提取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C8F46-AD2D-4894-B6D6-C25DDD15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资料不足 → 标记未核实，不编造报价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2DFE4-6C25-48F4-8271-A3EDB37E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预算超标 → 明确提示，不宣称约束已满足</a:t>
            </a:r>
          </a:p>
        </p:txBody>
      </p:sp>
    </p:spTree>
    <p:extLst>
      <p:ext uri="{BB962C8B-B14F-4D97-AF65-F5344CB8AC3E}">
        <p14:creationId xmlns:p14="http://schemas.microsoft.com/office/powerpoint/2010/main" val="1313198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6C26F-3F1B-4128-B3EE-DDCF25CE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界面支持从规划到执行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D2EB4-4D50-4C92-BD27-049F2316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769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AAAD0-8120-4A8B-80E0-E7315B5B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049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对话输入与一键演示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DB378-7AEF-4EC2-B792-3D82F4D8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每日行程、预算分项、调整理由与执行轨迹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C695C-6772-4CC2-BAA0-B2AA668F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预订待办、本机提醒、行程和费用 CSV 导出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30E7D-71A9-4FAD-BBE8-C1061161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863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rPr>
              <a:t>现场以本机网页操作；录屏作为备用</a:t>
            </a:r>
          </a:p>
        </p:txBody>
      </p:sp>
    </p:spTree>
    <p:extLst>
      <p:ext uri="{BB962C8B-B14F-4D97-AF65-F5344CB8AC3E}">
        <p14:creationId xmlns:p14="http://schemas.microsoft.com/office/powerpoint/2010/main" val="20209136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D0D20-8022-4CC0-9DBC-D32AA5F6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交接节点与贡献记录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EBD07-A04A-430E-8E2D-541A02BD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769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886CB-0901-4D05-91B5-6036261A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10/24  D 交用例；A 交数据合同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B211F-B470-4100-AEB3-5935E884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10/28  B 交数据与规则给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8C95B-B85B-479C-A852-5FE59C29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10/29  A 交智能体入口给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8F458-0281-441E-B0DD-CB08F7A6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62E"/>
                </a:solidFill>
                <a:latin typeface="Microsoft YaHei"/>
                <a:ea typeface="Microsoft YaHei"/>
                <a:cs typeface="Microsoft YaHei"/>
              </a:rPr>
              <a:t>10/31  C 交集成版给 D；D 验收与定稿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6A151-A038-49F9-B700-EE733F11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746B"/>
                </a:solidFill>
                <a:latin typeface="Microsoft YaHei"/>
                <a:ea typeface="Microsoft YaHei"/>
                <a:cs typeface="Microsoft YaHei"/>
              </a:rPr>
              <a:t>计划各 25%；最终按真实 PR、修复与材料记录核对</a:t>
            </a:r>
          </a:p>
        </p:txBody>
      </p:sp>
    </p:spTree>
    <p:extLst>
      <p:ext uri="{BB962C8B-B14F-4D97-AF65-F5344CB8AC3E}">
        <p14:creationId xmlns:p14="http://schemas.microsoft.com/office/powerpoint/2010/main" val="19363725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3D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4E29B-26BF-4112-8CE1-1D4B2392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验收状态与下一步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B36D8-469B-42FA-B4A7-D0BBB6F9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769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BA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A0CE5-C0F5-40B4-B87D-8B2FECAB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项核心自动测试通过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E9DA9-8D2A-4B3A-AA82-B4A0C146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CEAE1"/>
                </a:solidFill>
                <a:latin typeface="Microsoft YaHei"/>
                <a:ea typeface="Microsoft YaHei"/>
                <a:cs typeface="Microsoft YaHei"/>
              </a:rPr>
              <a:t>Streamlit 三步交互无异常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41BF5-72D3-4557-B632-CAEB3405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待完成：真实 API 账户、浏览器视觉与四人彩排</a:t>
            </a:r>
          </a:p>
        </p:txBody>
      </p:sp>
    </p:spTree>
    <p:extLst>
      <p:ext uri="{BB962C8B-B14F-4D97-AF65-F5344CB8AC3E}">
        <p14:creationId xmlns:p14="http://schemas.microsoft.com/office/powerpoint/2010/main" val="10432664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2026-10-24T03:12:23.9050000Z</dcterms:created>
  <dcterms:modified xsi:type="dcterms:W3CDTF">2026-10-24T03:12:23.9050000Z</dcterms:modified>
</coreProperties>
</file>